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8A3342-BEC9-4D3C-A607-03565BF024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010426-3627-42CC-9509-2696DDE758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4E32754-EFAE-4DF1-AD06-6364E478A19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37440" y="44640"/>
            <a:ext cx="10079640" cy="562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 rot="16200">
            <a:off x="11160" y="0"/>
            <a:ext cx="10055520" cy="561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0" y="21600"/>
            <a:ext cx="9956520" cy="564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58400" cy="565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0" y="25920"/>
            <a:ext cx="10058400" cy="568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0" y="-42840"/>
            <a:ext cx="10058400" cy="571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71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159200" cy="567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2026-07-13T16:47:38Z</dcterms:created>
  <dc:creator/>
  <dc:description/>
  <dc:language>en-US</dc:language>
  <cp:lastModifiedBy/>
  <dcterms:modified xsi:type="dcterms:W3CDTF">2026-07-13T17:07:56Z</dcterms:modified>
  <cp:revision>2</cp:revision>
  <dc:subject/>
  <dc:title/>
</cp:coreProperties>
</file>